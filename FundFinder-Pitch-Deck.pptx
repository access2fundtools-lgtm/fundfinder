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f_badge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869680" y="1371600"/>
            <a:ext cx="4023360" cy="4023360"/>
          </a:xfrm>
          <a:prstGeom prst="rect">
            <a:avLst/>
          </a:prstGeom>
        </p:spPr>
      </p:pic>
      <p:pic>
        <p:nvPicPr>
          <p:cNvPr id="3" name="Image 1" descr="ff_bad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051560" cy="1051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28800" y="6858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Fund</a:t>
            </a:r>
            <a:r>
              <a:rPr lang="en-US" sz="34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Finder </a:t>
            </a:r>
            <a:r>
              <a:rPr lang="en-US" sz="34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85800" y="2468880"/>
            <a:ext cx="8686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 the right funding for your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African business.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713232" y="416052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E7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funding intelligence — grants, accelerators, and debt/equity, matched to you and applied to for you.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13232" y="539496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127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fundfinder.ng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017520" y="539496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27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A2F Partners Limited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13232" y="6035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6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Startup Application  ·  timbuktoo Launchpad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African SMEs can't reach the capital built for them.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331720"/>
            <a:ext cx="640080" cy="64008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6" name="Text 4"/>
          <p:cNvSpPr/>
          <p:nvPr/>
        </p:nvSpPr>
        <p:spPr>
          <a:xfrm>
            <a:off x="896112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2219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22199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Grants, loans and accelerators are spread across hundreds of sites with no single, reliable source.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02736" y="205740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8768" y="2331720"/>
            <a:ext cx="640080" cy="64008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11" name="Text 9"/>
          <p:cNvSpPr/>
          <p:nvPr/>
        </p:nvSpPr>
        <p:spPr>
          <a:xfrm>
            <a:off x="3858768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31336" y="3154680"/>
            <a:ext cx="22219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31336" y="3611880"/>
            <a:ext cx="222199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Deadlines pass before founders even hear about the opportunity.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65392" y="205740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21424" y="2331720"/>
            <a:ext cx="640080" cy="64008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16" name="Text 14"/>
          <p:cNvSpPr/>
          <p:nvPr/>
        </p:nvSpPr>
        <p:spPr>
          <a:xfrm>
            <a:off x="6821424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93992" y="3154680"/>
            <a:ext cx="22219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Mismatched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3992" y="3611880"/>
            <a:ext cx="222199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Founders waste time on programs they were never eligible for.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28048" y="205740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2331720"/>
            <a:ext cx="640080" cy="64008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21" name="Text 19"/>
          <p:cNvSpPr/>
          <p:nvPr/>
        </p:nvSpPr>
        <p:spPr>
          <a:xfrm>
            <a:off x="9784080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56648" y="3154680"/>
            <a:ext cx="22219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applications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56648" y="3611880"/>
            <a:ext cx="222199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Capable businesses get rejected for rushed, low-quality submissions.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FFF7D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to finance is the #1 barrier </a:t>
            </a:r>
            <a:r>
              <a:rPr lang="en-US" sz="15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 by African SMEs — even though the capital already exists.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4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hub that finds funding, matches you to it, and helps you win it.</a:t>
            </a:r>
            <a:endParaRPr lang="en-US" sz="2000" dirty="0"/>
          </a:p>
        </p:txBody>
      </p:sp>
      <p:pic>
        <p:nvPicPr>
          <p:cNvPr id="4" name="Image 0" descr="ff_badge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92640" y="45720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2860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63A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606040"/>
            <a:ext cx="822960" cy="82296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7" name="Text 4"/>
          <p:cNvSpPr/>
          <p:nvPr/>
        </p:nvSpPr>
        <p:spPr>
          <a:xfrm>
            <a:off x="914400" y="26060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Discover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scans hundreds of sources daily and verifies live grants, accelerators, loans and empowerment programs.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63A3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06040"/>
            <a:ext cx="822960" cy="82296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2" name="Text 9"/>
          <p:cNvSpPr/>
          <p:nvPr/>
        </p:nvSpPr>
        <p:spPr>
          <a:xfrm>
            <a:off x="4663440" y="26060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663440" y="361188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63440" y="416052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opportunity is matched to the founder's business profile, so they only see what they qualify for.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22860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63A33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2606040"/>
            <a:ext cx="822960" cy="82296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7" name="Text 14"/>
          <p:cNvSpPr/>
          <p:nvPr/>
        </p:nvSpPr>
        <p:spPr>
          <a:xfrm>
            <a:off x="8412480" y="26060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12480" y="361188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Apply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12480" y="416052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drafts strong applications the founder reviews and submits — with email &amp; WhatsApp deadline alerts.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F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 -&gt;  Match  -&gt;  Apply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live funding platform, updated every single day.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5" name="Text 3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Daily-updated 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opportunities refreshed automatically by our scraping engine — never stale.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9" name="Text 7"/>
          <p:cNvSpPr/>
          <p:nvPr/>
        </p:nvSpPr>
        <p:spPr>
          <a:xfrm>
            <a:off x="621792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201168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matching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46888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Personalised eligibility matching so founders skip the noise.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13" name="Text 11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4290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88620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Gap-first drafted applications founders review before submitting.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17" name="Text 15"/>
          <p:cNvSpPr/>
          <p:nvPr/>
        </p:nvSpPr>
        <p:spPr>
          <a:xfrm>
            <a:off x="6217920" y="3474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34290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88620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Deadline reminders by email and WhatsApp so nothing is missed.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21" name="Text 19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84632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pipeline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30352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A2F's programs (FarmID, Debt Finance, SPV, M&amp;A, MREIF) with qualified applicants.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892040"/>
            <a:ext cx="502920" cy="50292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25" name="Text 23"/>
          <p:cNvSpPr/>
          <p:nvPr/>
        </p:nvSpPr>
        <p:spPr>
          <a:xfrm>
            <a:off x="6217920" y="48920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484632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to start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303520"/>
            <a:ext cx="4663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Open-access hub with premium credits for AI-assisted applications.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Starting in Nigeria — Africa's largest SME base — then pan-African.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3108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40M+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2834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MSMEs in Nigeria alone, the vast majority underserved by banks.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514600"/>
            <a:ext cx="3108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09160" y="3703320"/>
            <a:ext cx="2834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barrier for African founders is access to finance.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514600"/>
            <a:ext cx="3108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5M+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458200" y="3703320"/>
            <a:ext cx="2834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entrepreneurs &amp; farmers we aim to reach in the next 3–5 years.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National market focus today, with a clear path to regional expansion across African markets facing the same funding gap.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discovery drives reach; revenue comes from applications and partners.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27468"/>
          </a:solidFill>
        </p:spPr>
      </p:sp>
      <p:sp>
        <p:nvSpPr>
          <p:cNvPr id="5" name="Text 3"/>
          <p:cNvSpPr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Subscription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9260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recurring access to premium matching, alerts and AI-application credits.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27468"/>
          </a:solidFill>
        </p:spPr>
      </p:sp>
      <p:sp>
        <p:nvSpPr>
          <p:cNvPr id="8" name="Text 6"/>
          <p:cNvSpPr/>
          <p:nvPr/>
        </p:nvSpPr>
        <p:spPr>
          <a:xfrm>
            <a:off x="4663440" y="251460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On-demand credits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3383280"/>
            <a:ext cx="29260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Founders buy credits for AI-drafted applications (20 / 30-credit tiers).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27468"/>
          </a:solidFill>
        </p:spPr>
      </p:sp>
      <p:sp>
        <p:nvSpPr>
          <p:cNvPr id="11" name="Text 9"/>
          <p:cNvSpPr/>
          <p:nvPr/>
        </p:nvSpPr>
        <p:spPr>
          <a:xfrm>
            <a:off x="8412480" y="251460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Partner 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3383280"/>
            <a:ext cx="29260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B2B/B2G: lenders &amp; programs pay to reach a qualified, pre-matched applicant pipeline.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B2C + B2B  ·  Subscription + On-demand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E7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product, real pipeline, building fast.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E5A50"/>
          </a:solidFill>
        </p:spPr>
      </p:sp>
      <p:sp>
        <p:nvSpPr>
          <p:cNvPr id="5" name="Text 3"/>
          <p:cNvSpPr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70632"/>
            <a:ext cx="48463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F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fundfinder.ng is deployed and public, refreshed daily by an automated scraper.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E5A50"/>
          </a:solidFill>
        </p:spPr>
      </p:sp>
      <p:sp>
        <p:nvSpPr>
          <p:cNvPr id="8" name="Text 6"/>
          <p:cNvSpPr/>
          <p:nvPr/>
        </p:nvSpPr>
        <p:spPr>
          <a:xfrm>
            <a:off x="6537960" y="23317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770632"/>
            <a:ext cx="48463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F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pipeline aggregates, verifies and publishes new opportunities.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E5A50"/>
          </a:solidFill>
        </p:spPr>
      </p:sp>
      <p:sp>
        <p:nvSpPr>
          <p:cNvPr id="11" name="Text 9"/>
          <p:cNvSpPr/>
          <p:nvPr/>
        </p:nvSpPr>
        <p:spPr>
          <a:xfrm>
            <a:off x="914400" y="39319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Channels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370832"/>
            <a:ext cx="48463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F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newsletter live; WhatsApp distribution in progress.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E5A50"/>
          </a:solidFill>
        </p:spPr>
      </p:sp>
      <p:sp>
        <p:nvSpPr>
          <p:cNvPr id="14" name="Text 12"/>
          <p:cNvSpPr/>
          <p:nvPr/>
        </p:nvSpPr>
        <p:spPr>
          <a:xfrm>
            <a:off x="6537960" y="39319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programs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4370832"/>
            <a:ext cx="48463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F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A2F programs in matching: FarmID, Debt Finance, SPV, M&amp;A, MREIF.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554480" cy="1554480"/>
          </a:xfrm>
          <a:prstGeom prst="ellipse">
            <a:avLst/>
          </a:prstGeom>
          <a:solidFill>
            <a:srgbClr val="127468"/>
          </a:solidFill>
        </p:spPr>
      </p:sp>
      <p:sp>
        <p:nvSpPr>
          <p:cNvPr id="4" name="Text 2"/>
          <p:cNvSpPr/>
          <p:nvPr/>
        </p:nvSpPr>
        <p:spPr>
          <a:xfrm>
            <a:off x="640080" y="1554480"/>
            <a:ext cx="15544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6916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Dayo Akin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68880" y="22860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74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 &amp; CEO, A2F Partners Limited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2788920"/>
            <a:ext cx="85953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Serial founder building at the intersection of fintech and access-to-finance for African SMEs. Leads a full-time team of 4 shipping FundFinder daily.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42062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434840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5120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Full-time team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434840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5120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Founder-owned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42062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4434840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746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Committed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0" y="5120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Full-time focus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74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linkedin.com/in/dayoakinofficial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74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f_badge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509760" y="42062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515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Close the SME financing gap in Nigeria and across Africa.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58368" y="2926080"/>
            <a:ext cx="87782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7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funded businesses. More jobs created. Stronger local economies — contributing to decent work, industry innovation, and reduced inequality (SDGs 8, 9 &amp; 10).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we're looking for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4663440"/>
            <a:ext cx="85953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incubation, mentorship, and access to the timbuktoo pan-African ecosystem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scale FundFinder across African markets.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585216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0B1F1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fundfinder.ng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5852160"/>
            <a:ext cx="4023360" cy="384048"/>
          </a:xfrm>
          <a:prstGeom prst="roundRect">
            <a:avLst>
              <a:gd name="adj" fmla="val 47619"/>
            </a:avLst>
          </a:prstGeom>
          <a:solidFill>
            <a:srgbClr val="0B1F1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fundfinder@a2fpartners.com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3621</Words>
  <Application>WPS Presentation</Application>
  <PresentationFormat>On-screen Show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2</cp:revision>
  <dcterms:created xsi:type="dcterms:W3CDTF">2026-07-20T10:18:00Z</dcterms:created>
  <dcterms:modified xsi:type="dcterms:W3CDTF">2026-07-20T10:26:39Z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965168972D6744D9A39970624F5D43A4_12</vt:lpwstr>
  </property>
</Properties>
</file>